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Agile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Michael D Sanchez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5220551-3B34-4E36-A006-A48BEC63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93" y="2495444"/>
            <a:ext cx="4972744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Product 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76FB7A-FE96-494B-BB39-F8A105AF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6136848" cy="3634486"/>
          </a:xfrm>
        </p:spPr>
        <p:txBody>
          <a:bodyPr>
            <a:normAutofit/>
          </a:bodyPr>
          <a:lstStyle/>
          <a:p>
            <a:r>
              <a:rPr lang="en-US" dirty="0"/>
              <a:t>Managing product backlog</a:t>
            </a:r>
          </a:p>
          <a:p>
            <a:r>
              <a:rPr lang="en-US" dirty="0"/>
              <a:t>Ordering items required for completion of the product backlog</a:t>
            </a:r>
          </a:p>
          <a:p>
            <a:r>
              <a:rPr lang="en-US" dirty="0"/>
              <a:t>Creating of user stories</a:t>
            </a:r>
          </a:p>
          <a:p>
            <a:r>
              <a:rPr lang="en-US" dirty="0"/>
              <a:t>Ensuring development teams understanding of user stories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D532C-444F-4823-9130-8063F94BD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41" y="882650"/>
            <a:ext cx="5027425" cy="512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06586-A68B-4D97-8ADF-CB8B43EA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Scrum Master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E231-EEAE-4212-8FAC-C7403C77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5903583" cy="3634486"/>
          </a:xfrm>
        </p:spPr>
        <p:txBody>
          <a:bodyPr>
            <a:normAutofit/>
          </a:bodyPr>
          <a:lstStyle/>
          <a:p>
            <a:r>
              <a:rPr lang="en-US" dirty="0"/>
              <a:t>Facilitate Scrum events</a:t>
            </a:r>
          </a:p>
          <a:p>
            <a:r>
              <a:rPr lang="en-US" dirty="0"/>
              <a:t>Mentor, Teach, and Coach the team of all Scrum practices</a:t>
            </a:r>
          </a:p>
          <a:p>
            <a:r>
              <a:rPr lang="en-US" dirty="0"/>
              <a:t>Works with product owner on the product backlog</a:t>
            </a:r>
          </a:p>
          <a:p>
            <a:r>
              <a:rPr lang="en-US" dirty="0"/>
              <a:t>Serve the development team for any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5C32E-3DD7-48F5-89B2-75391DEF7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776" y="2340864"/>
            <a:ext cx="5286402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5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5515-5FEF-4246-BF87-5DE368E6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Development team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3FBDF-BEEF-47E1-9906-E898182C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4746587" cy="3634486"/>
          </a:xfrm>
        </p:spPr>
        <p:txBody>
          <a:bodyPr>
            <a:normAutofit/>
          </a:bodyPr>
          <a:lstStyle/>
          <a:p>
            <a:r>
              <a:rPr lang="en-US" dirty="0"/>
              <a:t>Development of the client's product</a:t>
            </a:r>
          </a:p>
          <a:p>
            <a:r>
              <a:rPr lang="en-US" dirty="0"/>
              <a:t>Planning of each sprint</a:t>
            </a:r>
          </a:p>
          <a:p>
            <a:r>
              <a:rPr lang="en-US" dirty="0"/>
              <a:t>Testing the product</a:t>
            </a:r>
          </a:p>
          <a:p>
            <a:r>
              <a:rPr lang="en-US" dirty="0"/>
              <a:t>Accountable for delivering product on time.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EAB92-16E2-408D-A904-78D6B622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80" y="2340863"/>
            <a:ext cx="6283027" cy="347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8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C32BA-CEE1-40E7-B782-FAEB7760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dirty="0"/>
              <a:t>Scrum framework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9FF8E4-EDCE-4F75-B5F7-52CB5822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r>
              <a:rPr lang="en-US" dirty="0"/>
              <a:t>First phase planning with client</a:t>
            </a:r>
          </a:p>
          <a:p>
            <a:r>
              <a:rPr lang="en-US" dirty="0"/>
              <a:t>Second phase Sprint planning with the whole team.</a:t>
            </a:r>
          </a:p>
          <a:p>
            <a:r>
              <a:rPr lang="en-US" dirty="0"/>
              <a:t>Third phase Sprints 1 to 4 weeks depending on the size of the sprint backlog. </a:t>
            </a:r>
          </a:p>
          <a:p>
            <a:r>
              <a:rPr lang="en-US" dirty="0"/>
              <a:t>Fourth phase review and retrospective</a:t>
            </a:r>
          </a:p>
        </p:txBody>
      </p:sp>
      <p:pic>
        <p:nvPicPr>
          <p:cNvPr id="7" name="Content Placeholder 6" descr="Timeline&#10;&#10;Description automatically generated">
            <a:extLst>
              <a:ext uri="{FF2B5EF4-FFF2-40B4-BE49-F238E27FC236}">
                <a16:creationId xmlns:a16="http://schemas.microsoft.com/office/drawing/2014/main" id="{4EF1185A-124B-47F2-94FF-93DA3CFA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50819"/>
            <a:ext cx="6735272" cy="41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5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6BA63-28C0-4CAE-B866-523D7166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en-US" dirty="0"/>
              <a:t>Waterfall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711984-D0C5-48D1-9FE9-E9C82EA26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r>
              <a:rPr lang="en-US" dirty="0"/>
              <a:t>Major planning up front with clients.</a:t>
            </a:r>
          </a:p>
          <a:p>
            <a:r>
              <a:rPr lang="en-US" dirty="0"/>
              <a:t>Teams are broken into specific areas which leads to lack of communication.</a:t>
            </a:r>
          </a:p>
          <a:p>
            <a:r>
              <a:rPr lang="en-US" dirty="0"/>
              <a:t>Mirror errors found in late stages can affect the project and delivery all together.</a:t>
            </a:r>
          </a:p>
          <a:p>
            <a:r>
              <a:rPr lang="en-US" dirty="0"/>
              <a:t>Developers and testers are not working concurrently.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6306E8-A473-48BA-BA53-A00042BF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5636"/>
            <a:ext cx="6735272" cy="486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6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C84D1-109B-4108-83AF-E9971705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Factors to consider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E721-8D56-4827-8454-0495BDE1C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10679642" cy="3634486"/>
          </a:xfrm>
        </p:spPr>
        <p:txBody>
          <a:bodyPr>
            <a:normAutofit/>
          </a:bodyPr>
          <a:lstStyle/>
          <a:p>
            <a:r>
              <a:rPr lang="en-US" dirty="0"/>
              <a:t>Level of uncertainty – adaptability or straight forward development.</a:t>
            </a:r>
          </a:p>
          <a:p>
            <a:r>
              <a:rPr lang="en-US" dirty="0"/>
              <a:t>Team's capabilities – culture fit, specialized developers.</a:t>
            </a:r>
          </a:p>
          <a:p>
            <a:r>
              <a:rPr lang="en-US" dirty="0"/>
              <a:t>Level of collaboration from client – client's availability throughout project.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43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A4E3-B524-462A-BFE3-0B325397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66453-33E2-44E1-9AD4-80BE7F909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62626"/>
                </a:solidFill>
                <a:effectLst/>
                <a:latin typeface="Helvetica" panose="020B0604020202020204" pitchFamily="34" charset="0"/>
              </a:rPr>
              <a:t>Charles G. Cobb. (2015). </a:t>
            </a:r>
            <a:r>
              <a:rPr lang="en-US" b="0" i="1" dirty="0">
                <a:solidFill>
                  <a:srgbClr val="262626"/>
                </a:solidFill>
                <a:effectLst/>
                <a:latin typeface="Helvetica" panose="020B0604020202020204" pitchFamily="34" charset="0"/>
              </a:rPr>
              <a:t>The Project Manager’s Guide to Mastering Agile : Principles and Practices for an Adaptive Approach</a:t>
            </a:r>
            <a:r>
              <a:rPr lang="en-US" b="0" i="0" dirty="0">
                <a:solidFill>
                  <a:srgbClr val="262626"/>
                </a:solidFill>
                <a:effectLst/>
                <a:latin typeface="Helvetica" panose="020B0604020202020204" pitchFamily="34" charset="0"/>
              </a:rPr>
              <a:t>. Wiley.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7011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{5DA35EE4-3C40-4B67-A8A2-F3A9265BF83F}tf33552983_win32</Template>
  <TotalTime>52</TotalTime>
  <Words>225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Franklin Gothic Book</vt:lpstr>
      <vt:lpstr>Franklin Gothic Demi</vt:lpstr>
      <vt:lpstr>Helvetica</vt:lpstr>
      <vt:lpstr>Wingdings 2</vt:lpstr>
      <vt:lpstr>DividendVTI</vt:lpstr>
      <vt:lpstr>Agile Presentation</vt:lpstr>
      <vt:lpstr>Product owner</vt:lpstr>
      <vt:lpstr>Scrum Master</vt:lpstr>
      <vt:lpstr>Development team</vt:lpstr>
      <vt:lpstr>Scrum framework</vt:lpstr>
      <vt:lpstr>Waterfall development</vt:lpstr>
      <vt:lpstr>Factors to consider</vt:lpstr>
      <vt:lpstr>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Presentation</dc:title>
  <dc:creator>Michael Sanchez</dc:creator>
  <cp:lastModifiedBy>Michael Sanchez</cp:lastModifiedBy>
  <cp:revision>10</cp:revision>
  <dcterms:created xsi:type="dcterms:W3CDTF">2021-02-22T04:46:52Z</dcterms:created>
  <dcterms:modified xsi:type="dcterms:W3CDTF">2021-02-22T05:38:57Z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